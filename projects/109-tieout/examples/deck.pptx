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DACH</c:v>
                </c:pt>
                <c:pt idx="1">
                  <c:v>Nordics</c:v>
                </c:pt>
                <c:pt idx="2">
                  <c:v>Benelux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2105.2</c:v>
                </c:pt>
                <c:pt idx="1">
                  <c:v>1187.4</c:v>
                </c:pt>
                <c:pt idx="2">
                  <c:v>920.9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Renewal was 61.5% before rounding. Target: 1,500 employees by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update · 24 September 2026</a:t>
            </a:r>
          </a:p>
        </p:txBody>
      </p:sp>
      <p:sp>
        <p:nvSpPr>
          <p:cNvPr id="901" name="Slide Number 1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reached €4.2bn</a:t>
            </a:r>
            <a:r>
              <a:rPr baseline="30000"/>
              <a:t>1</a:t>
            </a:r>
            <a:r>
              <a:t> in 2025, up 8.8% on 2024</a:t>
            </a:r>
          </a:p>
          <a:p>
            <a:r>
              <a:t>EBITDA of €612m at a margin of 14.2%</a:t>
            </a:r>
          </a:p>
          <a:p>
            <a:r>
              <a:t>Net debt fell to €1.05bn, 1.8x EBITDA</a:t>
            </a:r>
          </a:p>
          <a:p>
            <a:r>
              <a:t>62% of customers renewed their contracts</a:t>
            </a:r>
          </a:p>
          <a:p>
            <a:r>
              <a:t>63% of revenue is recurring</a:t>
            </a:r>
          </a:p>
          <a:p>
            <a:r>
              <a:t>Margin held at around 14% for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aseline="30000" sz="1000"/>
              <a:t>1</a:t>
            </a:r>
            <a:r>
              <a:rPr sz="1000"/>
              <a:t> Unaudited. Source: Project Atlas model, version 7.</a:t>
            </a:r>
          </a:p>
        </p:txBody>
      </p:sp>
      <p:sp>
        <p:nvSpPr>
          <p:cNvPr id="902" name="Slide Number 2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figures (€m)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4,590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EBITDA margin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Customers ('000)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03" name="Slide Number 3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segment, 2025 (€m)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1792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DACH is 50.0% of revenue</a:t>
            </a:r>
          </a:p>
        </p:txBody>
      </p:sp>
      <p:sp>
        <p:nvSpPr>
          <p:cNvPr id="904" name="Slide Number 4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DACH market: €13.4bn in 2025, growing 2.8% a year</a:t>
            </a:r>
          </a:p>
          <a:p>
            <a:r>
              <a:t>Our share of the DACH market is 13.2%</a:t>
            </a:r>
          </a:p>
        </p:txBody>
      </p:sp>
      <p:sp>
        <p:nvSpPr>
          <p:cNvPr id="905" name="Slide Number 5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EBITDA 2024: €541m</a:t>
            </a:r>
          </a:p>
        </p:txBody>
      </p:sp>
      <p:sp>
        <p:nvSpPr>
          <p:cNvPr id="906" name="Slide Number 6"/>
          <p:cNvSpPr/>
          <p:nvPr/>
        </p:nvSpPr>
        <p:spPr>
          <a:xfrm>
            <a:off x="8229600" y="6356350"/>
            <a:ext cx="609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z="1000"/>
              <a:t>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